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3A8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37160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AI-BASED ICU</a:t>
            </a:r>
            <a:endParaRPr lang="en-US" sz="5400" dirty="0"/>
          </a:p>
        </p:txBody>
      </p:sp>
      <p:sp>
        <p:nvSpPr>
          <p:cNvPr id="3" name="Text 1"/>
          <p:cNvSpPr/>
          <p:nvPr/>
        </p:nvSpPr>
        <p:spPr>
          <a:xfrm>
            <a:off x="457200" y="210312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400" b="1" dirty="0">
                <a:solidFill>
                  <a:srgbClr val="3B82F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PATIENT MONITOR</a:t>
            </a:r>
            <a:endParaRPr lang="en-US" sz="5400" dirty="0"/>
          </a:p>
        </p:txBody>
      </p:sp>
      <p:sp>
        <p:nvSpPr>
          <p:cNvPr id="4" name="Text 2"/>
          <p:cNvSpPr/>
          <p:nvPr/>
        </p:nvSpPr>
        <p:spPr>
          <a:xfrm>
            <a:off x="457200" y="32004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i="1" dirty="0">
                <a:solidFill>
                  <a:srgbClr val="F3F4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Real-time Clinical Decision Support System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457200" y="43891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3F4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Assignment 8 | AI Healthcare Application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1E3A8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THE PROBLEM</a:t>
            </a:r>
            <a:endParaRPr lang="en-US" sz="4000" dirty="0"/>
          </a:p>
        </p:txBody>
      </p:sp>
      <p:sp>
        <p:nvSpPr>
          <p:cNvPr id="3" name="Shape 1"/>
          <p:cNvSpPr/>
          <p:nvPr/>
        </p:nvSpPr>
        <p:spPr>
          <a:xfrm>
            <a:off x="731520" y="1371600"/>
            <a:ext cx="457200" cy="457200"/>
          </a:xfrm>
          <a:prstGeom prst="ellipse">
            <a:avLst/>
          </a:prstGeom>
          <a:solidFill>
            <a:srgbClr val="DC2626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13716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</a:rPr>
              <a:t>!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1371600" y="1371600"/>
            <a:ext cx="6858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F2937"/>
                </a:solidFill>
              </a:rPr>
              <a:t>ICU NURSES MONITOR 15-20 VITAL SIGNS PER PATIENT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731520" y="2103120"/>
            <a:ext cx="457200" cy="457200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7" name="Text 5"/>
          <p:cNvSpPr/>
          <p:nvPr/>
        </p:nvSpPr>
        <p:spPr>
          <a:xfrm>
            <a:off x="731520" y="21031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⚠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1371600" y="2103120"/>
            <a:ext cx="6858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ALARM FATIGUE: Too many false alerts cause staff to miss real emergencies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731520" y="2834640"/>
            <a:ext cx="457200" cy="457200"/>
          </a:xfrm>
          <a:prstGeom prst="ellipse">
            <a:avLst/>
          </a:prstGeom>
          <a:solidFill>
            <a:srgbClr val="DC2626"/>
          </a:solidFill>
          <a:ln/>
        </p:spPr>
      </p:sp>
      <p:sp>
        <p:nvSpPr>
          <p:cNvPr id="10" name="Text 8"/>
          <p:cNvSpPr/>
          <p:nvPr/>
        </p:nvSpPr>
        <p:spPr>
          <a:xfrm>
            <a:off x="731520" y="28346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⏱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1371600" y="2834640"/>
            <a:ext cx="6858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CRITICAL SECONDS MATTER: Early detection is the difference between life and death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457200" y="3657600"/>
            <a:ext cx="8229600" cy="1097280"/>
          </a:xfrm>
          <a:prstGeom prst="rect">
            <a:avLst/>
          </a:prstGeom>
          <a:solidFill>
            <a:srgbClr val="10B98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14400" y="379476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THE SOLUTION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914400" y="420624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</a:rPr>
              <a:t>AI-powered intelligent monitoring that analyzes patterns, provides clinical context, and generates evidence-based action plans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1E3A8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SYSTEM ARCHITECTURE</a:t>
            </a:r>
            <a:endParaRPr lang="en-US" sz="4000" dirty="0"/>
          </a:p>
        </p:txBody>
      </p:sp>
      <p:sp>
        <p:nvSpPr>
          <p:cNvPr id="3" name="Shape 1"/>
          <p:cNvSpPr/>
          <p:nvPr/>
        </p:nvSpPr>
        <p:spPr>
          <a:xfrm>
            <a:off x="457200" y="1188720"/>
            <a:ext cx="1554480" cy="54864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188720"/>
            <a:ext cx="1554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1. DATA INPUT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457200" y="1828800"/>
            <a:ext cx="1554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F2937"/>
                </a:solidFill>
              </a:rPr>
              <a:t>Patient CSV with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1F2937"/>
                </a:solidFill>
              </a:rPr>
              <a:t>minute-by-minute vitals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2103120" y="1325880"/>
            <a:ext cx="365760" cy="274320"/>
          </a:xfrm>
          <a:prstGeom prst="rightArrow">
            <a:avLst/>
          </a:prstGeom>
          <a:solidFill>
            <a:srgbClr val="1F2937"/>
          </a:solidFill>
          <a:ln/>
        </p:spPr>
      </p:sp>
      <p:sp>
        <p:nvSpPr>
          <p:cNvPr id="7" name="Shape 5"/>
          <p:cNvSpPr/>
          <p:nvPr/>
        </p:nvSpPr>
        <p:spPr>
          <a:xfrm>
            <a:off x="2560320" y="1188720"/>
            <a:ext cx="1554480" cy="54864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8" name="Text 6"/>
          <p:cNvSpPr/>
          <p:nvPr/>
        </p:nvSpPr>
        <p:spPr>
          <a:xfrm>
            <a:off x="2560320" y="1188720"/>
            <a:ext cx="1554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2. MONITORING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2560320" y="1828800"/>
            <a:ext cx="1554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F2937"/>
                </a:solidFill>
              </a:rPr>
              <a:t>Real-time analysis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1F2937"/>
                </a:solidFill>
              </a:rPr>
              <a:t>&amp; trend detection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206240" y="1325880"/>
            <a:ext cx="365760" cy="274320"/>
          </a:xfrm>
          <a:prstGeom prst="rightArrow">
            <a:avLst/>
          </a:prstGeom>
          <a:solidFill>
            <a:srgbClr val="1F2937"/>
          </a:solidFill>
          <a:ln/>
        </p:spPr>
      </p:sp>
      <p:sp>
        <p:nvSpPr>
          <p:cNvPr id="11" name="Shape 9"/>
          <p:cNvSpPr/>
          <p:nvPr/>
        </p:nvSpPr>
        <p:spPr>
          <a:xfrm>
            <a:off x="4663440" y="1188720"/>
            <a:ext cx="1554480" cy="548640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12" name="Text 10"/>
          <p:cNvSpPr/>
          <p:nvPr/>
        </p:nvSpPr>
        <p:spPr>
          <a:xfrm>
            <a:off x="4663440" y="1188720"/>
            <a:ext cx="1554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3. ALERTS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4663440" y="1828800"/>
            <a:ext cx="1554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F2937"/>
                </a:solidFill>
              </a:rPr>
              <a:t>Rule-based critical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1F2937"/>
                </a:solidFill>
              </a:rPr>
              <a:t>detection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6309360" y="1325880"/>
            <a:ext cx="365760" cy="274320"/>
          </a:xfrm>
          <a:prstGeom prst="rightArrow">
            <a:avLst/>
          </a:prstGeom>
          <a:solidFill>
            <a:srgbClr val="1F2937"/>
          </a:solidFill>
          <a:ln/>
        </p:spPr>
      </p:sp>
      <p:sp>
        <p:nvSpPr>
          <p:cNvPr id="15" name="Shape 13"/>
          <p:cNvSpPr/>
          <p:nvPr/>
        </p:nvSpPr>
        <p:spPr>
          <a:xfrm>
            <a:off x="6766560" y="1188720"/>
            <a:ext cx="1554480" cy="548640"/>
          </a:xfrm>
          <a:prstGeom prst="rect">
            <a:avLst/>
          </a:prstGeom>
          <a:solidFill>
            <a:srgbClr val="1E3A8A"/>
          </a:solidFill>
          <a:ln/>
        </p:spPr>
      </p:sp>
      <p:sp>
        <p:nvSpPr>
          <p:cNvPr id="16" name="Text 14"/>
          <p:cNvSpPr/>
          <p:nvPr/>
        </p:nvSpPr>
        <p:spPr>
          <a:xfrm>
            <a:off x="6766560" y="1188720"/>
            <a:ext cx="1554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4. AI ANALYSIS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6766560" y="1828800"/>
            <a:ext cx="1554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F2937"/>
                </a:solidFill>
              </a:rPr>
              <a:t>Claude Sonnet 4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1F2937"/>
                </a:solidFill>
              </a:rPr>
              <a:t>clinical assessment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200400" y="2743200"/>
            <a:ext cx="2743200" cy="73152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19" name="Text 17"/>
          <p:cNvSpPr/>
          <p:nvPr/>
        </p:nvSpPr>
        <p:spPr>
          <a:xfrm>
            <a:off x="3200400" y="2743200"/>
            <a:ext cx="2743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5. AGENTIC AI ACTIONS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2286000" y="356616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1F2937"/>
                </a:solidFill>
              </a:rPr>
              <a:t>Dynamically generated, evidence-based nursing interventions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457200" y="4206240"/>
            <a:ext cx="8229600" cy="457200"/>
          </a:xfrm>
          <a:prstGeom prst="rect">
            <a:avLst/>
          </a:prstGeom>
          <a:solidFill>
            <a:srgbClr val="F3F4F6"/>
          </a:solidFill>
          <a:ln w="12700">
            <a:solidFill>
              <a:srgbClr val="1F2937"/>
            </a:solidFill>
            <a:prstDash val="dash"/>
          </a:ln>
        </p:spPr>
      </p:sp>
      <p:sp>
        <p:nvSpPr>
          <p:cNvPr id="22" name="Text 20"/>
          <p:cNvSpPr/>
          <p:nvPr/>
        </p:nvSpPr>
        <p:spPr>
          <a:xfrm>
            <a:off x="731520" y="4206240"/>
            <a:ext cx="7680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</a:rPr>
              <a:t>AI OBSERVABILITY: Token tracking, latency monitoring, full transparency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1E3A8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KEY FEATURES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640080" y="128016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3A8A"/>
                </a:solidFill>
              </a:rPr>
              <a:t>INTELLIGENT MONITORING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640080" y="1737360"/>
            <a:ext cx="3657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F2937"/>
                </a:solidFill>
              </a:rPr>
              <a:t>5 vital signs tracked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F2937"/>
                </a:solidFill>
              </a:rPr>
              <a:t>60-minute trend analysis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F2937"/>
                </a:solidFill>
              </a:rPr>
              <a:t>Pattern recognition (sepsis, V-Tach, respiratory failure)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640080" y="301752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DC2626"/>
                </a:solidFill>
              </a:rPr>
              <a:t>CRITICAL ALERTS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640080" y="3474720"/>
            <a:ext cx="3657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F2937"/>
                </a:solidFill>
              </a:rPr>
              <a:t>Visual + audio alarms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F2937"/>
                </a:solidFill>
              </a:rPr>
              <a:t>3-tier severity (CRITICAL/WARNING/STABLE)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F2937"/>
                </a:solidFill>
              </a:rPr>
              <a:t>Instant medical context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846320" y="128016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0B981"/>
                </a:solidFill>
              </a:rPr>
              <a:t>AGENTIC AI ACTIONS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4846320" y="1737360"/>
            <a:ext cx="3657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F2937"/>
                </a:solidFill>
              </a:rPr>
              <a:t>Evidence-based interventions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F2937"/>
                </a:solidFill>
              </a:rPr>
              <a:t>Prioritized action plans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F2937"/>
                </a:solidFill>
              </a:rPr>
              <a:t>Specific protocols (doses, timing, notifications)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846320" y="301752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B82F6"/>
                </a:solidFill>
              </a:rPr>
              <a:t>AI TRANSPARENCY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4846320" y="3474720"/>
            <a:ext cx="3657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F2937"/>
                </a:solidFill>
              </a:rPr>
              <a:t>Token usage tracking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F2937"/>
                </a:solidFill>
              </a:rPr>
              <a:t>Latency monitoring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F2937"/>
                </a:solidFill>
              </a:rPr>
              <a:t>Complete observability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E3A8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7315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WHAT IS AGENTIC AI?</a:t>
            </a:r>
            <a:endParaRPr lang="en-US" sz="4400" dirty="0"/>
          </a:p>
        </p:txBody>
      </p:sp>
      <p:sp>
        <p:nvSpPr>
          <p:cNvPr id="3" name="Shape 1"/>
          <p:cNvSpPr/>
          <p:nvPr/>
        </p:nvSpPr>
        <p:spPr>
          <a:xfrm>
            <a:off x="914400" y="1828800"/>
            <a:ext cx="7315200" cy="73152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" name="Text 2"/>
          <p:cNvSpPr/>
          <p:nvPr/>
        </p:nvSpPr>
        <p:spPr>
          <a:xfrm>
            <a:off x="1188720" y="1828800"/>
            <a:ext cx="67665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E3A8A"/>
                </a:solidFill>
              </a:rPr>
              <a:t>AI that DYNAMICALLY GENERATES responses based on unique patient situations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914400" y="2834640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DC2626"/>
                </a:solidFill>
              </a:rPr>
              <a:t>NOT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2468880" y="2834640"/>
            <a:ext cx="5760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3F4F6"/>
                </a:solidFill>
              </a:rPr>
              <a:t>Pre-programmed decision trees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914400" y="3291840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DC2626"/>
                </a:solidFill>
              </a:rPr>
              <a:t>NOT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2468880" y="3291840"/>
            <a:ext cx="5760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3F4F6"/>
                </a:solidFill>
              </a:rPr>
              <a:t>Static lookup tables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914400" y="3840480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0B981"/>
                </a:solidFill>
              </a:rPr>
              <a:t>BUT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2468880" y="3840480"/>
            <a:ext cx="5760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Real-time clinical reasoning considering multiple factors</a:t>
            </a:r>
            <a:endParaRPr lang="en-US" sz="16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1E3A8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PATIENT SCENARIOS</a:t>
            </a:r>
            <a:endParaRPr lang="en-US" sz="4000" dirty="0"/>
          </a:p>
        </p:txBody>
      </p:sp>
      <p:sp>
        <p:nvSpPr>
          <p:cNvPr id="3" name="Shape 1"/>
          <p:cNvSpPr/>
          <p:nvPr/>
        </p:nvSpPr>
        <p:spPr>
          <a:xfrm>
            <a:off x="457200" y="1188720"/>
            <a:ext cx="2560320" cy="457200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188720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PATIENT 1: SEPSIS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457200" y="1737360"/>
            <a:ext cx="256032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F2937"/>
                </a:solidFill>
              </a:rPr>
              <a:t>Fever → 39.7°C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F2937"/>
                </a:solidFill>
              </a:rPr>
              <a:t>Tachycardia → 135 bpm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F2937"/>
                </a:solidFill>
              </a:rPr>
              <a:t>Hypotension → 80/54 mmHg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F2937"/>
                </a:solidFill>
              </a:rPr>
              <a:t>Hypoxemia → 89% SpO2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457200" y="3017520"/>
            <a:ext cx="2560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1F2937"/>
                </a:solidFill>
              </a:rPr>
              <a:t>AI Action: Sepsis protocol, IV fluids, broad-spectrum antibiotics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3291840" y="1188720"/>
            <a:ext cx="2560320" cy="45720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8" name="Text 6"/>
          <p:cNvSpPr/>
          <p:nvPr/>
        </p:nvSpPr>
        <p:spPr>
          <a:xfrm>
            <a:off x="3291840" y="1188720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PATIENT 2: V-TACH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3291840" y="1737360"/>
            <a:ext cx="256032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F2937"/>
                </a:solidFill>
              </a:rPr>
              <a:t>Sudden onset min 25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F2937"/>
                </a:solidFill>
              </a:rPr>
              <a:t>ECG → 3.0 (severe)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F2937"/>
                </a:solidFill>
              </a:rPr>
              <a:t>Heart rate → 165 bpm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F2937"/>
                </a:solidFill>
              </a:rPr>
              <a:t>Decreased perfusion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3291840" y="3017520"/>
            <a:ext cx="2560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1F2937"/>
                </a:solidFill>
              </a:rPr>
              <a:t>AI Action: Code team, defibrillator ready, Amiodarone prep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6126480" y="1188720"/>
            <a:ext cx="2560320" cy="45720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12" name="Text 10"/>
          <p:cNvSpPr/>
          <p:nvPr/>
        </p:nvSpPr>
        <p:spPr>
          <a:xfrm>
            <a:off x="6126480" y="1188720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PATIENT 3: RESPIRATORY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6126480" y="1737360"/>
            <a:ext cx="256032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F2937"/>
                </a:solidFill>
              </a:rPr>
              <a:t>Progressive hypoxemia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F2937"/>
                </a:solidFill>
              </a:rPr>
              <a:t>SpO2 decline → 84%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F2937"/>
                </a:solidFill>
              </a:rPr>
              <a:t>Compensatory ↑ HR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F2937"/>
                </a:solidFill>
              </a:rPr>
              <a:t>Temperature rising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6126480" y="3017520"/>
            <a:ext cx="2560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1F2937"/>
                </a:solidFill>
              </a:rPr>
              <a:t>AI Action: 100% O2, intubation prep, respiratory therapist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57200" y="3931920"/>
            <a:ext cx="8229600" cy="640080"/>
          </a:xfrm>
          <a:prstGeom prst="rect">
            <a:avLst/>
          </a:prstGeom>
          <a:solidFill>
            <a:srgbClr val="F3F4F6"/>
          </a:solidFill>
          <a:ln/>
        </p:spPr>
      </p:sp>
      <p:sp>
        <p:nvSpPr>
          <p:cNvPr id="16" name="Text 14"/>
          <p:cNvSpPr/>
          <p:nvPr/>
        </p:nvSpPr>
        <p:spPr>
          <a:xfrm>
            <a:off x="914400" y="393192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3A8A"/>
                </a:solidFill>
              </a:rPr>
              <a:t>Each patient gets a custom AI-generated action plan based on their specific presentation</a:t>
            </a:r>
            <a:endParaRPr lang="en-US" sz="1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1E3A8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UNDERSTANDING THE OUTPUT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640080" y="1280160"/>
            <a:ext cx="365760" cy="365760"/>
          </a:xfrm>
          <a:prstGeom prst="ellipse">
            <a:avLst/>
          </a:prstGeom>
          <a:solidFill>
            <a:srgbClr val="3B82F6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1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1188720" y="128016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2937"/>
                </a:solidFill>
              </a:rPr>
              <a:t>SEVERITY LEVEL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1188720" y="160020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</a:rPr>
              <a:t>CRITICAL = Immediate danger  |  WARNING = Monitor closely  |  STABLE = Routine care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640080" y="2103120"/>
            <a:ext cx="365760" cy="365760"/>
          </a:xfrm>
          <a:prstGeom prst="ellipse">
            <a:avLst/>
          </a:prstGeom>
          <a:solidFill>
            <a:srgbClr val="3B82F6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2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1188720" y="210312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2937"/>
                </a:solidFill>
              </a:rPr>
              <a:t>CLINICAL ASSESSMENT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188720" y="24231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</a:rPr>
              <a:t>Medical interpretation of what's happening physiologically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40080" y="2926080"/>
            <a:ext cx="365760" cy="365760"/>
          </a:xfrm>
          <a:prstGeom prst="ellipse">
            <a:avLst/>
          </a:prstGeom>
          <a:solidFill>
            <a:srgbClr val="3B82F6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3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1188720" y="292608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2937"/>
                </a:solidFill>
              </a:rPr>
              <a:t>DIAGNOSIS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188720" y="32461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</a:rPr>
              <a:t>The specific condition identified (e.g., Septic Shock, V-Tach, Respiratory Failure)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640080" y="3749040"/>
            <a:ext cx="365760" cy="365760"/>
          </a:xfrm>
          <a:prstGeom prst="ellipse">
            <a:avLst/>
          </a:prstGeom>
          <a:solidFill>
            <a:srgbClr val="3B82F6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4</a:t>
            </a:r>
            <a:endParaRPr lang="en-US" sz="2400" dirty="0"/>
          </a:p>
        </p:txBody>
      </p:sp>
      <p:sp>
        <p:nvSpPr>
          <p:cNvPr id="13" name="Text 11"/>
          <p:cNvSpPr/>
          <p:nvPr/>
        </p:nvSpPr>
        <p:spPr>
          <a:xfrm>
            <a:off x="1188720" y="374904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2937"/>
                </a:solidFill>
              </a:rPr>
              <a:t>NURSING ACTIONS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188720" y="406908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</a:rPr>
              <a:t>Prioritized steps: what to do NOW, with exact doses, timing, and protocols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E3A8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64008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IMPACT</a:t>
            </a:r>
            <a:endParaRPr lang="en-US" sz="4800" dirty="0"/>
          </a:p>
        </p:txBody>
      </p:sp>
      <p:sp>
        <p:nvSpPr>
          <p:cNvPr id="3" name="Shape 1"/>
          <p:cNvSpPr/>
          <p:nvPr/>
        </p:nvSpPr>
        <p:spPr>
          <a:xfrm>
            <a:off x="1371600" y="1645920"/>
            <a:ext cx="457200" cy="457200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4" name="Text 2"/>
          <p:cNvSpPr/>
          <p:nvPr/>
        </p:nvSpPr>
        <p:spPr>
          <a:xfrm>
            <a:off x="1371600" y="16459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</a:rPr>
              <a:t>✓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2011680" y="1645920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</a:rPr>
              <a:t>Reduces cognitive load on ICU staff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1371600" y="2286000"/>
            <a:ext cx="457200" cy="457200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7" name="Text 5"/>
          <p:cNvSpPr/>
          <p:nvPr/>
        </p:nvSpPr>
        <p:spPr>
          <a:xfrm>
            <a:off x="1371600" y="22860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</a:rPr>
              <a:t>✓</a:t>
            </a:r>
            <a:endParaRPr lang="en-US" sz="3200" dirty="0"/>
          </a:p>
        </p:txBody>
      </p:sp>
      <p:sp>
        <p:nvSpPr>
          <p:cNvPr id="8" name="Text 6"/>
          <p:cNvSpPr/>
          <p:nvPr/>
        </p:nvSpPr>
        <p:spPr>
          <a:xfrm>
            <a:off x="2011680" y="2286000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</a:rPr>
              <a:t>Provides actionable insights, not just alerts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1371600" y="2926080"/>
            <a:ext cx="457200" cy="457200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10" name="Text 8"/>
          <p:cNvSpPr/>
          <p:nvPr/>
        </p:nvSpPr>
        <p:spPr>
          <a:xfrm>
            <a:off x="1371600" y="29260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</a:rPr>
              <a:t>✓</a:t>
            </a:r>
            <a:endParaRPr lang="en-US" sz="3200" dirty="0"/>
          </a:p>
        </p:txBody>
      </p:sp>
      <p:sp>
        <p:nvSpPr>
          <p:cNvPr id="11" name="Text 9"/>
          <p:cNvSpPr/>
          <p:nvPr/>
        </p:nvSpPr>
        <p:spPr>
          <a:xfrm>
            <a:off x="2011680" y="2926080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</a:rPr>
              <a:t>Enables faster, evidence-based decision making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1371600" y="3566160"/>
            <a:ext cx="457200" cy="457200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13" name="Text 11"/>
          <p:cNvSpPr/>
          <p:nvPr/>
        </p:nvSpPr>
        <p:spPr>
          <a:xfrm>
            <a:off x="1371600" y="35661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</a:rPr>
              <a:t>✓</a:t>
            </a:r>
            <a:endParaRPr lang="en-US" sz="3200" dirty="0"/>
          </a:p>
        </p:txBody>
      </p:sp>
      <p:sp>
        <p:nvSpPr>
          <p:cNvPr id="14" name="Text 12"/>
          <p:cNvSpPr/>
          <p:nvPr/>
        </p:nvSpPr>
        <p:spPr>
          <a:xfrm>
            <a:off x="2011680" y="3566160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</a:rPr>
              <a:t>Demonstrates AI augmenting healthcare professionals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457200" y="43891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i="1" dirty="0">
                <a:solidFill>
                  <a:srgbClr val="3B82F6"/>
                </a:solidFill>
              </a:rPr>
              <a:t>This is the future of critical care</a:t>
            </a:r>
            <a:endParaRPr lang="en-US" sz="2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F293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64592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THANK YOU</a:t>
            </a:r>
            <a:endParaRPr lang="en-US" sz="5600" dirty="0"/>
          </a:p>
        </p:txBody>
      </p:sp>
      <p:sp>
        <p:nvSpPr>
          <p:cNvPr id="3" name="Text 1"/>
          <p:cNvSpPr/>
          <p:nvPr/>
        </p:nvSpPr>
        <p:spPr>
          <a:xfrm>
            <a:off x="457200" y="25603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3B82F6"/>
                </a:solidFill>
              </a:rPr>
              <a:t>AI-Based ICU Patient Monitor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57200" y="34747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i="1" dirty="0">
                <a:solidFill>
                  <a:srgbClr val="F3F4F6"/>
                </a:solidFill>
              </a:rPr>
              <a:t>Questions?</a:t>
            </a:r>
            <a:endParaRPr lang="en-US" sz="2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AI-Based ICU Patient Monitor</dc:title>
  <dc:subject>PptxGenJS Presentation</dc:subject>
  <dc:creator>AI Healthcare Team</dc:creator>
  <cp:lastModifiedBy>AI Healthcare Team</cp:lastModifiedBy>
  <cp:revision>1</cp:revision>
  <dcterms:created xsi:type="dcterms:W3CDTF">2026-02-16T23:11:14Z</dcterms:created>
  <dcterms:modified xsi:type="dcterms:W3CDTF">2026-02-16T23:11:14Z</dcterms:modified>
</cp:coreProperties>
</file>